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0E892D7-FCEB-4239-A426-101C9F0FF98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Click to edit the title text format</a:t>
            </a: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Click to edit the outline text format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Second Outline Level</a:t>
            </a:r>
            <a:endParaRPr b="0" lang="ru-RU" sz="28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Third Outline Level</a:t>
            </a:r>
            <a:endParaRPr b="0" lang="ru-RU" sz="2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Fourth Outline Level</a:t>
            </a:r>
            <a:endParaRPr b="0" lang="ru-RU" sz="20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Fifth Outline Level</a:t>
            </a:r>
            <a:endParaRPr b="0" lang="ru-RU" sz="20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Sixth Outline Level</a:t>
            </a:r>
            <a:endParaRPr b="0" lang="ru-RU" sz="20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Seventh Outline Level</a:t>
            </a:r>
            <a:endParaRPr b="0" lang="ru-RU" sz="20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Nimbus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&lt;date/time&gt;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Nimbus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&lt;footer&gt;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Nimbus Roman"/>
              </a:defRPr>
            </a:lvl1pPr>
          </a:lstStyle>
          <a:p>
            <a:pPr indent="0" algn="r">
              <a:buNone/>
            </a:pPr>
            <a:fld id="{CF6608D8-FDF8-4C1C-B261-6960EE3A9463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&lt;number&gt;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0" y="226440"/>
            <a:ext cx="4536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Русский</a:t>
            </a: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504360" y="226440"/>
            <a:ext cx="4535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r>
              <a:rPr b="0" lang="ru-RU" sz="4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Английский</a:t>
            </a: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pic>
        <p:nvPicPr>
          <p:cNvPr id="9" name="" descr=""/>
          <p:cNvPicPr/>
          <p:nvPr/>
        </p:nvPicPr>
        <p:blipFill>
          <a:blip r:embed="rId1"/>
          <a:stretch/>
        </p:blipFill>
        <p:spPr>
          <a:xfrm>
            <a:off x="900000" y="1620000"/>
            <a:ext cx="3610080" cy="3343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" name="" descr=""/>
          <p:cNvPicPr/>
          <p:nvPr/>
        </p:nvPicPr>
        <p:blipFill>
          <a:blip r:embed="rId2"/>
          <a:stretch/>
        </p:blipFill>
        <p:spPr>
          <a:xfrm>
            <a:off x="5740560" y="1620000"/>
            <a:ext cx="3619440" cy="3381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0" y="226440"/>
            <a:ext cx="4536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Русский</a:t>
            </a: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504360" y="226440"/>
            <a:ext cx="4535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r>
              <a:rPr b="0" lang="ru-RU" sz="4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Английский</a:t>
            </a: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pic>
        <p:nvPicPr>
          <p:cNvPr id="13" name="" descr=""/>
          <p:cNvPicPr/>
          <p:nvPr/>
        </p:nvPicPr>
        <p:blipFill>
          <a:blip r:embed="rId1"/>
          <a:stretch/>
        </p:blipFill>
        <p:spPr>
          <a:xfrm>
            <a:off x="934200" y="2061360"/>
            <a:ext cx="3385800" cy="243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" name="" descr=""/>
          <p:cNvPicPr/>
          <p:nvPr/>
        </p:nvPicPr>
        <p:blipFill>
          <a:blip r:embed="rId2"/>
          <a:stretch/>
        </p:blipFill>
        <p:spPr>
          <a:xfrm>
            <a:off x="5040000" y="2160000"/>
            <a:ext cx="4785840" cy="23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0" y="226440"/>
            <a:ext cx="4536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Русский</a:t>
            </a: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504360" y="226440"/>
            <a:ext cx="4535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r>
              <a:rPr b="0" lang="ru-RU" sz="4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Английский</a:t>
            </a: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pic>
        <p:nvPicPr>
          <p:cNvPr id="17" name="" descr=""/>
          <p:cNvPicPr/>
          <p:nvPr/>
        </p:nvPicPr>
        <p:blipFill>
          <a:blip r:embed="rId1"/>
          <a:stretch/>
        </p:blipFill>
        <p:spPr>
          <a:xfrm>
            <a:off x="540000" y="1080000"/>
            <a:ext cx="4438800" cy="4372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" name="" descr=""/>
          <p:cNvPicPr/>
          <p:nvPr/>
        </p:nvPicPr>
        <p:blipFill>
          <a:blip r:embed="rId2"/>
          <a:stretch/>
        </p:blipFill>
        <p:spPr>
          <a:xfrm>
            <a:off x="5400000" y="1080000"/>
            <a:ext cx="4476960" cy="4362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0" y="226440"/>
            <a:ext cx="4536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Русский</a:t>
            </a: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504360" y="226440"/>
            <a:ext cx="4535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r>
              <a:rPr b="0" lang="ru-RU" sz="4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Английский</a:t>
            </a: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pic>
        <p:nvPicPr>
          <p:cNvPr id="21" name="" descr=""/>
          <p:cNvPicPr/>
          <p:nvPr/>
        </p:nvPicPr>
        <p:blipFill>
          <a:blip r:embed="rId1"/>
          <a:srcRect l="0" t="0" r="35272" b="0"/>
          <a:stretch/>
        </p:blipFill>
        <p:spPr>
          <a:xfrm>
            <a:off x="222480" y="1980000"/>
            <a:ext cx="4277520" cy="2520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" name="" descr=""/>
          <p:cNvPicPr/>
          <p:nvPr/>
        </p:nvPicPr>
        <p:blipFill>
          <a:blip r:embed="rId2"/>
          <a:srcRect l="0" t="0" r="40792" b="0"/>
          <a:stretch/>
        </p:blipFill>
        <p:spPr>
          <a:xfrm>
            <a:off x="4680000" y="2160000"/>
            <a:ext cx="5388120" cy="2340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0" y="226440"/>
            <a:ext cx="4536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Русский</a:t>
            </a: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04360" y="226440"/>
            <a:ext cx="4535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r>
              <a:rPr b="0" lang="ru-RU" sz="4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Английский</a:t>
            </a: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pic>
        <p:nvPicPr>
          <p:cNvPr id="25" name="" descr=""/>
          <p:cNvPicPr/>
          <p:nvPr/>
        </p:nvPicPr>
        <p:blipFill>
          <a:blip r:embed="rId1"/>
          <a:srcRect l="0" t="0" r="0" b="42930"/>
          <a:stretch/>
        </p:blipFill>
        <p:spPr>
          <a:xfrm>
            <a:off x="510840" y="1620000"/>
            <a:ext cx="3989160" cy="3235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" name="" descr=""/>
          <p:cNvPicPr/>
          <p:nvPr/>
        </p:nvPicPr>
        <p:blipFill>
          <a:blip r:embed="rId2"/>
          <a:srcRect l="0" t="0" r="0" b="33405"/>
          <a:stretch/>
        </p:blipFill>
        <p:spPr>
          <a:xfrm>
            <a:off x="5040000" y="1620000"/>
            <a:ext cx="4680000" cy="3326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ru-RU" sz="4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Репозиторий</a:t>
            </a: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504000" y="5004000"/>
            <a:ext cx="907164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anchorCtr="1">
            <a:normAutofit/>
          </a:bodyPr>
          <a:p>
            <a:pPr marL="432000" indent="0" algn="ctr">
              <a:spcBef>
                <a:spcPts val="1417"/>
              </a:spcBef>
              <a:buNone/>
            </a:pPr>
            <a:r>
              <a:rPr b="0" lang="ru-RU" sz="32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https://github.com/Evtish/sqlite-cpp-example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pic>
        <p:nvPicPr>
          <p:cNvPr id="29" name="" descr=""/>
          <p:cNvPicPr/>
          <p:nvPr/>
        </p:nvPicPr>
        <p:blipFill>
          <a:blip r:embed="rId1"/>
          <a:stretch/>
        </p:blipFill>
        <p:spPr>
          <a:xfrm>
            <a:off x="3156840" y="1032840"/>
            <a:ext cx="3735360" cy="3735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Application>LibreOffice/25.2.7.2$Linux_X86_64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2026-01-15T08:35:24Z</dcterms:created>
  <dc:creator/>
  <dc:description/>
  <dc:language>en-GB</dc:language>
  <cp:lastModifiedBy/>
  <dcterms:modified xsi:type="dcterms:W3CDTF">2026-01-15T09:09:02Z</dcterms:modified>
  <cp:revision>8</cp:revision>
  <dc:subject/>
  <dc:title/>
</cp:coreProperties>
</file>